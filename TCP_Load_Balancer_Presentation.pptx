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834640"/>
            <a:ext cx="18288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TCP LOAD BALANCER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CCCC"/>
                </a:solidFill>
                <a:latin typeface="Calibri"/>
              </a:defRPr>
            </a:pPr>
            <a:r>
              <a:t>Distributed System Design Using Least-Connections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C9A7"/>
                </a:solidFill>
                <a:latin typeface="Calibri"/>
              </a:defRPr>
            </a:pPr>
            <a:r>
              <a:t>Computer Networks Project  |  B.E. Semester 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A single server handling all client requests creates a bottleneck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If that server fails, all clients lose service (single point of failure)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As traffic grows, one server cannot scale to meet demand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Objective: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Build a central load balancer that distributes clients across worker servers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Implement the Least-Connections algorithm for intelligent routing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Demonstrate distributed system design principles using TCP sockets in 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Calibri"/>
              </a:defRPr>
            </a:pPr>
            <a:r>
              <a:t>What is Load Balancing?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Load balancing distributes network traffic across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multiple servers to prevent overload on any single one.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Benefits: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Reliability — if one server fails, others continue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Scalability — add more servers as traffic grows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Performance — requests served faster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Used by: Google, Amazon, Netflix, and every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large-scale web service.</a:t>
            </a:r>
          </a:p>
        </p:txBody>
      </p:sp>
      <p:pic>
        <p:nvPicPr>
          <p:cNvPr id="4" name="Picture 3" descr="algorithm_comparison_17750657564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Calibri"/>
              </a:defRPr>
            </a:pPr>
            <a:r>
              <a:t>Least-Connections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The load balancer tracks the number of active connections on each worker.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When a new client arrives, it routes to the worker with the FEWEST active connections.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Why it's better than Round-Robin: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3657600"/>
          <a:ext cx="914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Round-Robin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Least-Connections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Selection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Sequential rotation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Fewest active connections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Adapts to load?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Handles slow clients?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Poorly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Well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Complexity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O(n) — still fast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Calibri"/>
              </a:defRPr>
            </a:pPr>
            <a:r>
              <a:t>System Architecture</a:t>
            </a:r>
          </a:p>
        </p:txBody>
      </p:sp>
      <p:pic>
        <p:nvPicPr>
          <p:cNvPr id="3" name="Picture 2" descr="architecture_diagram_17750657276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Calibri"/>
              </a:defRPr>
            </a:pPr>
            <a:r>
              <a:t>TCP Proxy — Data Flow</a:t>
            </a:r>
          </a:p>
        </p:txBody>
      </p:sp>
      <p:pic>
        <p:nvPicPr>
          <p:cNvPr id="3" name="Picture 2" descr="data_flow_diagram_17750657786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Step-by-step flow: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1. Client connects to Load Balancer (port 8080)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2. LB selects worker with fewest connections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3. LB opens TCP connection to chosen worker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4. Two relay threads are spawned: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• Thread 1: Client → Worker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• Thread 2: Worker → Client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5. Data flows transparently in both directions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6. On disconnect, worker's count is decremented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Calibri"/>
              </a:defRPr>
            </a:pPr>
            <a:r>
              <a:t>Fault Tolerance &amp; Failure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Resilient Design: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• Transparent Failover: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  If a worker server crashes mid-session, the client is seamlessly re-routed to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  the next healthy worker without the client needing to reconnect manually.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• Proactive Health Checks: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  The load balancer periodically probes 'DOWN' workers and automatically marks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  them as 'ALIVE' when they come back online.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• Auto-spawning Workers: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  The load balancer automatically spawns the required number of background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  worker processes upon startup using process creation APIs.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Calibri"/>
              </a:defRPr>
            </a:pPr>
            <a:r>
              <a:t>Implementation — File Structure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3657600"/>
              </a:tblGrid>
              <a:tr h="60960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Feature</a:t>
                      </a:r>
                    </a:p>
                  </a:txBody>
                  <a:tcPr>
                    <a:solidFill>
                      <a:srgbClr val="0096D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common.h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Cross-platform abstractions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Socket, thread, mutex wrappers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load_balancer.c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Central load balancer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Least-connections routing + TCP proxy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worker_server.c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Backend worker server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ECHO / TIME / UPPER / QUIT service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client.c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Interactive test client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Async receive thread + stdin input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Makefile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Build system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Windows (Winsock) + Linux (POSIX)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Calibri"/>
              </a:defRPr>
            </a:pPr>
            <a:r>
              <a:t>Key Code — Worker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943600" cy="457200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C9A7"/>
                </a:solidFill>
                <a:latin typeface="Consolas"/>
              </a:defRPr>
            </a:pPr>
            <a:r>
              <a:t>static int select_worker(void) {</a:t>
            </a:r>
            <a:br/>
            <a:r>
              <a:t>    int best, i;</a:t>
            </a:r>
            <a:br/>
            <a:r>
              <a:t>    MUTEX_LOCK(worker_mutex);</a:t>
            </a:r>
            <a:br/>
            <a:br/>
            <a:r>
              <a:t>    best = 0;</a:t>
            </a:r>
            <a:br/>
            <a:r>
              <a:t>    for (i = 1; i &lt; num_workers; i++) {</a:t>
            </a:r>
            <a:br/>
            <a:r>
              <a:t>        if (workers[i].active_conns</a:t>
            </a:r>
            <a:br/>
            <a:r>
              <a:t>               &lt; workers[best].active_conns)</a:t>
            </a:r>
            <a:br/>
            <a:r>
              <a:t>            best = i;</a:t>
            </a:r>
            <a:br/>
            <a:r>
              <a:t>    }</a:t>
            </a:r>
            <a:br/>
            <a:br/>
            <a:r>
              <a:t>    workers[best].active_conns++;</a:t>
            </a:r>
            <a:br/>
            <a:r>
              <a:t>    workers[best].total_served++;</a:t>
            </a:r>
            <a:br/>
            <a:r>
              <a:t>    MUTEX_UNLOCK(worker_mutex);</a:t>
            </a:r>
            <a:br/>
            <a:r>
              <a:t>    return best;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How it works: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1. Acquire mutex lock for thread safety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2. Scan all workers to find the one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with fewest active_conns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3. Increment that worker's count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4. Release mutex and return index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Time complexity: O(n)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where n = number of workers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Thread-safe via mutex lock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alibri"/>
              </a:defRPr>
            </a:pPr>
            <a:r>
              <a:t>TCP (Transmission Control Protocol)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Connection-oriented protocol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3-way handshake (SYN → SYN-ACK → ACK)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Reliable, ordered delivery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Stream-oriented byte transfer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Used for all communication in this project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Functions: socket(), bind(), listen(),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accept(), connect(), send(), recv()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alibri"/>
              </a:defRPr>
            </a:pPr>
            <a:r>
              <a:t>Multi-Threading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Each client handled in separate thread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Worker: 1 thread per client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Load Balancer: 2 relay threads per session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(client→worker &amp; worker→client)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Mutex protects shared worker table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Windows: CreateThread() API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Linux: pthread_create() (POSIX)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Calibri"/>
              </a:defRPr>
            </a:pPr>
            <a:r>
              <a:t>Demo — How to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Calibri"/>
              </a:defRPr>
            </a:pPr>
            <a:r>
              <a:t>Step 1: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0515600" cy="8229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8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nsolas"/>
              </a:defRPr>
            </a:pPr>
            <a:r>
              <a:t>gcc -Wall -O2 -o worker_server.exe worker_server.c -lws2_32</a:t>
            </a:r>
            <a:br/>
            <a:r>
              <a:t>gcc -Wall -O2 -o load_balancer.exe load_balancer.c -lws2_32</a:t>
            </a:r>
            <a:br/>
            <a:r>
              <a:t>gcc -Wall -O2 -o client.exe client.c -lws2_32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Calibri"/>
              </a:defRPr>
            </a:pPr>
            <a:r>
              <a:t>Step 2: Start Load Balancer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10515600" cy="8229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59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nsolas"/>
              </a:defRPr>
            </a:pPr>
            <a:r>
              <a:t>load_balancer.exe         (Terminal 1)</a:t>
            </a:r>
            <a:br/>
            <a:r>
              <a:t>Note: This automatically spawns the required worker processes.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Calibri"/>
              </a:defRPr>
            </a:pPr>
            <a:r>
              <a:t>Step 3: Connect Clients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480560"/>
            <a:ext cx="10515600" cy="82296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31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nsolas"/>
              </a:defRPr>
            </a:pPr>
            <a:r>
              <a:t>client.exe                (Terminal 2+)</a:t>
            </a:r>
            <a:br/>
            <a:r>
              <a:t>Commands: ECHO &lt;msg&gt; | TIME | UPPER &lt;msg&gt; | QUIT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This project successfully demonstrates: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Load Balancing — distributing clients across multiple servers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Least-Connections Algorithm — intelligent, load-aware routing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TCP Socket Programming — reliable, connection-oriented networking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Multi-Threaded Server Design — concurrent client handling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Proxy Architecture — transparent bidirectional data relay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Fault Tolerance — seamless worker failover and health checking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Cross-Platform C Development — Windows and Linux support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The system is resilient: handles ungraceful server terminations effectively.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669280"/>
            <a:ext cx="10515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